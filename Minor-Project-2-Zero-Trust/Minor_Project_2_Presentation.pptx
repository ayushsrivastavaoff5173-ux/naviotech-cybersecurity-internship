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Architecture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Enterprise Security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—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Ltd.  |  Cybersecurity Internship  | 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95160" y="1417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Principles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Models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251460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Design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Environment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Implementation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572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Results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461772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4572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675120" cy="43891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6126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perimeter security trusts everything inside the network — a dangerous assumption today.
</a:t>
            </a:r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removes implicit trust entirely: every request is verified, regardless of origin.
</a:t>
            </a:r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designs and validates a practical Zero Trust framework for a corporate environment.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80960" y="1371600"/>
            <a:ext cx="3840480" cy="438912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0" y="23774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"Never trust,</a:t>
            </a:r>
            <a:endParaRPr lang="en-US" sz="2400" dirty="0"/>
          </a:p>
          <a:p>
            <a:pPr indent="0" marL="0">
              <a:buNone/>
            </a:pPr>
            <a:r>
              <a:rPr lang="en-US" sz="2400" b="1" i="1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verify"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Principles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3520440" cy="13716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Explicitly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&amp; authorize using every available signal — identity, device, location, behavior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164592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645920"/>
            <a:ext cx="3520440" cy="13716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965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Access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283464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only the minimum access required, just-in-time and just-enough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0" y="164592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645920"/>
            <a:ext cx="3520440" cy="13716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1965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Breach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58200" y="283464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as if an attacker is already inside; minimize blast radius via segmentation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Models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420624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(MFA)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know — password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have — OTP / authenticator app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are — biometric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212080" cy="4206240"/>
          </a:xfrm>
          <a:prstGeom prst="rect">
            <a:avLst/>
          </a:prstGeom>
          <a:solidFill>
            <a:srgbClr val="22335C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691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(RBAC)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274320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tied to role, not individual identity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Simplifies policy management at enterprise scale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Finance Team → Finance segment only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Framework Design</a:t>
            </a:r>
            <a:endParaRPr lang="en-US" sz="2600" dirty="0"/>
          </a:p>
        </p:txBody>
      </p:sp>
      <p:pic>
        <p:nvPicPr>
          <p:cNvPr id="3" name="Image 0" descr="zero_trust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8260" y="1051560"/>
            <a:ext cx="8252433" cy="5394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Environment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Networks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0" y="15544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isolated segments — Finance, HR, Engineering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60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Reverse Proxy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25603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as Policy Enforcement Point / Zero Trust Gateway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56616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5661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Keycloak (IAM)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35661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verification, MFA (TOTP), role mapping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572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Role Claims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45720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tokens validated at the gateway before proxying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Testing &amp; Results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4206240"/>
        </p:xfrm>
        <a:graphic>
          <a:graphicData uri="http://schemas.openxmlformats.org/drawingml/2006/table">
            <a:tbl>
              <a:tblPr/>
              <a:tblGrid>
                <a:gridCol w="7223760"/>
                <a:gridCol w="365760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Scenario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37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37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 → direct Finance segment access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CB8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 (403)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 user login without MFA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CB8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MFA challenge issued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Compromised credential, unusual device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CB8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Denied + alert logged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Lateral movement between segments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CB8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 by segmentation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Authorized engineer → Engineering segment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CB8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granted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87452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64592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Micro-segmentation was the most effective control against lateral movement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297180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27432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blocked 100% of simulated stolen-password login attempts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406908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384048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policy gateway simplifies auditing, but is a single point of failure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9377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516636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93776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add device-posture checks for a more complete Zero Trust posture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43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— explicit verification, least-privilege RBAC, and micro-segmentation — significantly reduces insider and external threat risk.
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validated that unauthorized and lateral access attempts are blocked, while legitimate users retain seamless access.
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is an ongoing architectural shift, not a one-time deployment.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Ltd. — Cybersecurity 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2026-08-03T18:56:42Z</dcterms:created>
  <dcterms:modified xsi:type="dcterms:W3CDTF">2026-08-03T18:56:42Z</dcterms:modified>
</cp:coreProperties>
</file>