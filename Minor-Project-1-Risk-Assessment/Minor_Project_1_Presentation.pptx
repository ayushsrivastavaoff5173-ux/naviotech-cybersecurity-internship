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952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152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Risk Assessment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for SMEs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628104"/>
            <a:ext cx="7315200" cy="462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—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Ltd.  |  Cybersecurity Internship  |  August 2026</a:t>
            </a:r>
            <a:endParaRPr lang="en-US" sz="14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787A2159-C378-D0B8-0F24-A9767E81071B}"/>
              </a:ext>
            </a:extLst>
          </p:cNvPr>
          <p:cNvSpPr/>
          <p:nvPr/>
        </p:nvSpPr>
        <p:spPr>
          <a:xfrm>
            <a:off x="731520" y="4090220"/>
            <a:ext cx="9289558" cy="13122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dirty="0">
                <a:solidFill>
                  <a:schemeClr val="bg1"/>
                </a:solidFill>
              </a:rPr>
              <a:t>Submitted by: AYUSH KUMAR SRIVASTAVA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                    BABU BANARASI DAS INDIA INSTITUTE OF TECHNOLOGY, LUCKNOW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                    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Objectives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95160" y="1417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(NIST CSF)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 Model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251460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516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Evaluation Metric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520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Strategies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3520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Validation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229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572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&amp; Best Practices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4617720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0080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4572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675120" cy="438912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6126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SMEs increasingly rely on digital systems but often operate with limited IT budgets and no dedicated security staff.
This makes them attractive, vulnerable targets for cyberattacks.
This project builds a lightweight, low-cost, actionable risk assessment framework aligned with the NIST Cybersecurity Framework.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80960" y="1371600"/>
            <a:ext cx="3840480" cy="4389120"/>
          </a:xfrm>
          <a:prstGeom prst="rect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863840" y="1645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0" y="219456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 of cyberattacks target small businesses
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lack dedicated security teams
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breach can be business-ending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05840" y="1709928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584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common SME cybersecurity risks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05840" y="2624328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0584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24688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quantifiable risk assessment model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05840" y="3538728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05840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33832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cost-effective mitigation strategies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005840" y="4453128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05840" y="4453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2976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model through case studies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521208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05840" y="5367528"/>
            <a:ext cx="457200" cy="457200"/>
          </a:xfrm>
          <a:prstGeom prst="ellipse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05840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52120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best practices for SMEs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— NIST Cybersecurity Framework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2011680" cy="3840480"/>
          </a:xfrm>
          <a:prstGeom prst="rect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265176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assets, data flows, threat exposure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78024" y="3474720"/>
            <a:ext cx="283464" cy="320040"/>
          </a:xfrm>
          <a:prstGeom prst="rightArrow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70632" y="1737360"/>
            <a:ext cx="2011680" cy="3840480"/>
          </a:xfrm>
          <a:prstGeom prst="rect">
            <a:avLst/>
          </a:prstGeom>
          <a:solidFill>
            <a:srgbClr val="3E5A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862072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907792" y="265176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Safeguards: access control, training, encryption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91456" y="3474720"/>
            <a:ext cx="283464" cy="320040"/>
          </a:xfrm>
          <a:prstGeom prst="rightArrow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084064" y="1737360"/>
            <a:ext cx="2011680" cy="3840480"/>
          </a:xfrm>
          <a:prstGeom prst="rect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175504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221224" y="265176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to spot security events promptly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04888" y="3474720"/>
            <a:ext cx="283464" cy="320040"/>
          </a:xfrm>
          <a:prstGeom prst="rightArrow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97496" y="1737360"/>
            <a:ext cx="2011680" cy="3840480"/>
          </a:xfrm>
          <a:prstGeom prst="rect">
            <a:avLst/>
          </a:prstGeom>
          <a:solidFill>
            <a:srgbClr val="3E5A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88936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534656" y="265176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actions once an incident is detected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18320" y="3474720"/>
            <a:ext cx="283464" cy="320040"/>
          </a:xfrm>
          <a:prstGeom prst="rightArrow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710928" y="1737360"/>
            <a:ext cx="2011680" cy="3840480"/>
          </a:xfrm>
          <a:prstGeom prst="rect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802368" y="1920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848088" y="2651760"/>
            <a:ext cx="1737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services and data after an incident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Evaluation Metric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= Likelihood (1-5) x Impact (1-5)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91840" cy="32004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15 - 25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38404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mitigation required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291840" cy="3200400"/>
          </a:xfrm>
          <a:prstGeom prst="rect">
            <a:avLst/>
          </a:prstGeom>
          <a:solidFill>
            <a:srgbClr val="E6B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343400" y="2468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43400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8 - 14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26280" y="38404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 roadmap priority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2286000"/>
            <a:ext cx="3291840" cy="3200400"/>
          </a:xfrm>
          <a:prstGeom prst="rect">
            <a:avLst/>
          </a:prstGeom>
          <a:solidFill>
            <a:srgbClr val="5CB8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863840" y="2468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63840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1 - 7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046720" y="38404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monitoring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 Matrix — Top Findings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41148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3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Likelihood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3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3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3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3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Phishing emails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Ransomware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Unpatched software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passwords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3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loss / backups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10-risk matrix available in Risk_Assessment_Matrix.xlsx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Strategies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37160" cy="2011680"/>
          </a:xfrm>
          <a:prstGeom prst="rect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Controls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Firewalls, EDR, email filtering (SPF/DKIM/DMARC), patch management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137160" cy="2011680"/>
          </a:xfrm>
          <a:prstGeom prst="rect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0" y="1737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2402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MFA, role-based access control, least-privilege enforcement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37160" cy="2011680"/>
          </a:xfrm>
          <a:prstGeom prst="rect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05840" y="4023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Controls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45262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awareness training, incident response planning, vendor risk checks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137160" cy="2011680"/>
          </a:xfrm>
          <a:prstGeom prst="rect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83680" y="4023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Controls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83680" y="45262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3-2-1 backup strategy, tested recovery runbooks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Validation &amp; Key Findings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 Firm (15 staff)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+ weak passwords → MFA &amp; training reduced risk to Medium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0" y="13716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26280" y="1554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Retailer (30 staff)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2628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+ unpatched systems → EDR &amp; backups reduced exposure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0" y="1554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Store (8 staff)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4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&amp; physical gaps → segmentation &amp; auto-lock, low cost fix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10881360" cy="1371600"/>
          </a:xfrm>
          <a:prstGeom prst="rect">
            <a:avLst/>
          </a:prstGeom>
          <a:solidFill>
            <a:srgbClr val="F4F6F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Human-factor risks (phishing, weak passwords) scored highest across all cases — awareness training gives the highest risk-reduction per rupee spent.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 — Cybersecurity Internship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43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structured, low-cost risk assessment framework grounded in NIST CSF meaningfully improves SME security posture.
</a:t>
            </a:r>
            <a:endParaRPr lang="en-US" sz="17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risk scoring lets SME owners prioritize limited budgets with confidence.
</a:t>
            </a:r>
            <a:endParaRPr lang="en-US" sz="17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work: an automated self-assessment tool for independent SME use.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48463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r>
              <a:rPr lang="en-IN" sz="2400" dirty="0">
                <a:solidFill>
                  <a:schemeClr val="bg1"/>
                </a:solidFill>
              </a:rPr>
              <a:t>Project by: AYUSH KUMAR SRIVASTAVA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Pvt. Ltd. — Cybersecurity Internship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598</Words>
  <Application>Microsoft Office PowerPoint</Application>
  <PresentationFormat>Widescreen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 Kumar Srivastava</cp:lastModifiedBy>
  <cp:revision>3</cp:revision>
  <dcterms:created xsi:type="dcterms:W3CDTF">2026-08-03T18:48:48Z</dcterms:created>
  <dcterms:modified xsi:type="dcterms:W3CDTF">2026-08-07T15:13:49Z</dcterms:modified>
</cp:coreProperties>
</file>