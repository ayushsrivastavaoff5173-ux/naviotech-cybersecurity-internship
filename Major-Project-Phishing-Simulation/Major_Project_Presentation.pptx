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E437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 Awareness Simulation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Social Engineering Techniques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749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Project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Ltd.  |  Cybersecurity Internship  |  August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Phishing: The #1 Attack Vector
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90% of data breaches worldwide
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Exploits human psychology — trust, urgency, curiosity — not just technology
</a:t>
            </a:r>
            <a:endParaRPr lang="en-US" sz="18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How do we measure and improve employee awareness in a real-world setting?
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Controlled, ethical simulation with informed consent — educate, don't punish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 — Cybersecurity Internship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57432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1709928"/>
            <a:ext cx="457200" cy="457200"/>
          </a:xfrm>
          <a:prstGeom prst="ellipse">
            <a:avLst/>
          </a:prstGeom>
          <a:solidFill>
            <a:srgbClr val="2E437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45920" y="155448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phishing techniques &amp; social engineering tactics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624328"/>
            <a:ext cx="457200" cy="457200"/>
          </a:xfrm>
          <a:prstGeom prst="ellipse">
            <a:avLst/>
          </a:prstGeom>
          <a:solidFill>
            <a:srgbClr val="2E4374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624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246888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an ethical, consented phishing simulation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2E437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5387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338328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user behavior: clicks, credential submission, reporting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2976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4453128"/>
            <a:ext cx="457200" cy="457200"/>
          </a:xfrm>
          <a:prstGeom prst="ellipse">
            <a:avLst/>
          </a:prstGeom>
          <a:solidFill>
            <a:srgbClr val="2E4374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45920" y="429768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high-risk departments for targeted training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5367528"/>
            <a:ext cx="457200" cy="457200"/>
          </a:xfrm>
          <a:prstGeom prst="ellipse">
            <a:avLst/>
          </a:prstGeom>
          <a:solidFill>
            <a:srgbClr val="2E4374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3675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45920" y="521208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evidence-based recommendations to reduce phishing risk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 — Cybersecurity Internship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57432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Phishing Techniques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48840" cy="47548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69164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2926080"/>
            <a:ext cx="1874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login page mimics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legitimate service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834640" y="1463040"/>
            <a:ext cx="2148840" cy="4754880"/>
          </a:xfrm>
          <a:prstGeom prst="rect">
            <a:avLst/>
          </a:prstGeom>
          <a:solidFill>
            <a:srgbClr val="E6B33D"/>
          </a:solidFill>
          <a:ln/>
        </p:spPr>
      </p:sp>
      <p:sp>
        <p:nvSpPr>
          <p:cNvPr id="7" name="Text 5"/>
          <p:cNvSpPr/>
          <p:nvPr/>
        </p:nvSpPr>
        <p:spPr>
          <a:xfrm>
            <a:off x="2971800" y="169164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Scarcity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71800" y="2926080"/>
            <a:ext cx="1874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Time-pressure tactics: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Now!"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1463040"/>
            <a:ext cx="2148840" cy="47548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/>
          <p:nvPr/>
        </p:nvSpPr>
        <p:spPr>
          <a:xfrm>
            <a:off x="5257800" y="169164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Fraud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57800" y="2926080"/>
            <a:ext cx="1874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impersonates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06640" y="1463040"/>
            <a:ext cx="2148840" cy="47548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7543800" y="169164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Malicious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543800" y="2926080"/>
            <a:ext cx="1874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contains hidden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malware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92640" y="1463040"/>
            <a:ext cx="2148840" cy="47548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/>
          <p:nvPr/>
        </p:nvSpPr>
        <p:spPr>
          <a:xfrm>
            <a:off x="9829800" y="169164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Spoofing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829800" y="2926080"/>
            <a:ext cx="1874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looks like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company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 — Cybersecurity Internship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57432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Ethics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303520" cy="51206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Explicit written informed consent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Clear labeling: "Training Exercise"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 real sensitive data collected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Internal test group only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Immediate follow-up training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Anonymous aggregate reporting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280160"/>
            <a:ext cx="5303520" cy="5120640"/>
          </a:xfrm>
          <a:prstGeom prst="rect">
            <a:avLst/>
          </a:prstGeom>
          <a:solidFill>
            <a:srgbClr val="22335C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4630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46520" y="196596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0: Consent forms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1: Phishing email sent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2-7: Monitor responses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8: Reveal + training
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9-10: Remedial training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 — Cybersecurity Internship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457432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Template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solidFill>
            <a:srgbClr val="F4F6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From: support@company-internal.test  |  Subject: "Action Required: Password Expiration (24h)"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Form styled as login portal (professional mockup)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Requests: username + password (test credentials only)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57200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Shows "Verification successful" → redirects to real portal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52120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Logs all submissions anonymously (timestamp, IP, form data)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 — Cybersecurity Internship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457432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Summary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5029200" cy="36576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37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37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Participants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Emails Opened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 (90.5%)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Links Clicked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(66.7%)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Credential Submission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(42.9%)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to 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CB8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(9.5%)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943600" y="10972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Risk Analysis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737360"/>
            <a:ext cx="228600" cy="502920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6" name="Text 3"/>
          <p:cNvSpPr/>
          <p:nvPr/>
        </p:nvSpPr>
        <p:spPr>
          <a:xfrm>
            <a:off x="6309360" y="17373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63840" y="17373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clicks → HIGH AWARENESS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28600" cy="502920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9" name="Text 6"/>
          <p:cNvSpPr/>
          <p:nvPr/>
        </p:nvSpPr>
        <p:spPr>
          <a:xfrm>
            <a:off x="6309360" y="2377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IT/Security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863840" y="23774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clicks → EXCELLENT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0" y="3017520"/>
            <a:ext cx="228600" cy="502920"/>
          </a:xfrm>
          <a:prstGeom prst="rect">
            <a:avLst/>
          </a:prstGeom>
          <a:solidFill>
            <a:srgbClr val="E6B33D"/>
          </a:solidFill>
          <a:ln/>
        </p:spPr>
      </p:sp>
      <p:sp>
        <p:nvSpPr>
          <p:cNvPr id="12" name="Text 9"/>
          <p:cNvSpPr/>
          <p:nvPr/>
        </p:nvSpPr>
        <p:spPr>
          <a:xfrm>
            <a:off x="6309360" y="30175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863840" y="30175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 clicks → MODERATE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43600" y="3657600"/>
            <a:ext cx="228600" cy="5029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5" name="Text 12"/>
          <p:cNvSpPr/>
          <p:nvPr/>
        </p:nvSpPr>
        <p:spPr>
          <a:xfrm>
            <a:off x="6309360" y="36576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863840" y="36576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 clicks → HIGH RISK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43600" y="4297680"/>
            <a:ext cx="228600" cy="5029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8" name="Text 15"/>
          <p:cNvSpPr/>
          <p:nvPr/>
        </p:nvSpPr>
        <p:spPr>
          <a:xfrm>
            <a:off x="6309360" y="4297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863840" y="42976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clicks → CRITICAL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 — Cybersecurity Internship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57432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25400">
            <a:solidFill>
              <a:srgbClr val="D953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8745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91640" y="164592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 framing ("24 hours", "Action Required") drives clicks → 90.5% open rate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25400">
            <a:solidFill>
              <a:srgbClr val="E6B3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26080"/>
            <a:ext cx="457200" cy="457200"/>
          </a:xfrm>
          <a:prstGeom prst="ellipse">
            <a:avLst/>
          </a:prstGeom>
          <a:solidFill>
            <a:srgbClr val="E6B33D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269748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users recognize danger at landing page → only 42.9% attempt submission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74904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25400">
            <a:solidFill>
              <a:srgbClr val="5CB8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3977640"/>
            <a:ext cx="457200" cy="457200"/>
          </a:xfrm>
          <a:prstGeom prst="ellipse">
            <a:avLst/>
          </a:prstGeom>
          <a:solidFill>
            <a:srgbClr val="5CB85C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91640" y="374904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champions exist (9.5%) who proactively report → nurture &amp; reward them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80060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25400">
            <a:solidFill>
              <a:srgbClr val="5CB8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5029200"/>
            <a:ext cx="457200" cy="457200"/>
          </a:xfrm>
          <a:prstGeom prst="ellipse">
            <a:avLst/>
          </a:prstGeom>
          <a:solidFill>
            <a:srgbClr val="5CB85C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029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48006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 would have neutralized all 18 credential submissions (100% protection)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585216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25400">
            <a:solidFill>
              <a:srgbClr val="E6B3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1560" y="6080760"/>
            <a:ext cx="457200" cy="457200"/>
          </a:xfrm>
          <a:prstGeom prst="ellipse">
            <a:avLst/>
          </a:prstGeom>
          <a:solidFill>
            <a:srgbClr val="E6B33D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6080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91640" y="585216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 awareness degrades without reinforcement → quarterly sims needed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 — Cybersecurity Internship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57432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3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Preventive Measures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66160" cy="4846320"/>
          </a:xfrm>
          <a:prstGeom prst="rect">
            <a:avLst/>
          </a:prstGeom>
          <a:solidFill>
            <a:srgbClr val="2E437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286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 SPF/DKIM/DMARC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35204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Email content filtering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47548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 MFA enterprise-wide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371600"/>
            <a:ext cx="3566160" cy="4846320"/>
          </a:xfrm>
          <a:prstGeom prst="rect">
            <a:avLst/>
          </a:prstGeom>
          <a:solidFill>
            <a:srgbClr val="2E4374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15544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63440" y="2286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Department-targeted training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35204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Monthly simulations (Sales/Operations)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0" y="47548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Build reporting culture (no shame)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371600"/>
            <a:ext cx="3566160" cy="4846320"/>
          </a:xfrm>
          <a:prstGeom prst="rect">
            <a:avLst/>
          </a:prstGeom>
          <a:solidFill>
            <a:srgbClr val="2E4374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15544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58200" y="2286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Reward security champions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58200" y="35204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Remove punitive approach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58200" y="47548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Make reporting easy &amp; safe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 — Cybersecurity Internship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57432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E437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515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 is human-centered: technical controls alone are insufficient.
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simulations with informed consent are powerful for measuring awareness and driving behavioral change.
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defense: MFA + ongoing training + positive security culture.
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Organizations must invest continuously, not as a checkbox.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5394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Naviotech Solution Pvt. Ltd. — Cybersecurity Internship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2026-08-04T04:55:15Z</dcterms:created>
  <dcterms:modified xsi:type="dcterms:W3CDTF">2026-08-04T04:55:15Z</dcterms:modified>
</cp:coreProperties>
</file>